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HACKATHON 2026 • FINTECH &amp; AI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HACKQUIRE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366F1"/>
                </a:solidFill>
              </a:defRPr>
            </a:pPr>
            <a:r>
              <a:t>AI-Powered Vernacular Invoicing &amp; Automated Financial Operations for the Gig Economy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698480" cy="1005840"/>
          </a:xfrm>
          <a:prstGeom prst="roundRect">
            <a:avLst/>
          </a:prstGeom>
          <a:solidFill>
            <a:srgbClr val="161E31"/>
          </a:solidFill>
          <a:ln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🎯 Core Value Proposition: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Empowers gig workers, tutors, tailors, electricians, and freelancers to generate GST-ready professional invoices in 3 seconds by speaking in regional Indian languages (Hindi, Bengali, Tamil, etc.) and collect payments 3x faster with 1-click UPI reconciliation.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2514600" cy="2286000"/>
          </a:xfrm>
          <a:prstGeom prst="roundRect">
            <a:avLst/>
          </a:prstGeom>
          <a:solidFill>
            <a:srgbClr val="161E31"/>
          </a:solidFill>
          <a:ln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Shaswata Sarkar</a:t>
            </a:r>
          </a:p>
          <a:p>
            <a:pPr>
              <a:defRPr sz="1100" b="1">
                <a:solidFill>
                  <a:srgbClr val="6366F1"/>
                </a:solidFill>
              </a:defRPr>
            </a:pPr>
            <a:r>
              <a:t>ID: 24155125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Team Lead &amp; Full-Stack Architect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3931920"/>
            <a:ext cx="2514600" cy="2286000"/>
          </a:xfrm>
          <a:prstGeom prst="roundRect">
            <a:avLst/>
          </a:prstGeom>
          <a:solidFill>
            <a:srgbClr val="161E31"/>
          </a:solidFill>
          <a:ln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Soham Chakraborty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ID: 24155502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Backend &amp; AI Systems Engineer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3931920"/>
            <a:ext cx="2514600" cy="2286000"/>
          </a:xfrm>
          <a:prstGeom prst="roundRect">
            <a:avLst/>
          </a:prstGeom>
          <a:solidFill>
            <a:srgbClr val="161E31"/>
          </a:solidFill>
          <a:ln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Tanima Maity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ID: 2455138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Frontend &amp; UI/UX Specialist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3931920"/>
            <a:ext cx="2514600" cy="2286000"/>
          </a:xfrm>
          <a:prstGeom prst="roundRect">
            <a:avLst/>
          </a:prstGeom>
          <a:solidFill>
            <a:srgbClr val="161E31"/>
          </a:solidFill>
          <a:ln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Soumyadip Jana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ID: 24155130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Integration &amp; Cloud Deployments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PROTOTYPE OVERVIEW (PART 1)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Multilingual AI Invoicing &amp; Indic Intelligence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01568" cy="4846320"/>
          </a:xfrm>
          <a:prstGeom prst="roundRect">
            <a:avLst/>
          </a:prstGeom>
          <a:solidFill>
            <a:srgbClr val="161E31"/>
          </a:solidFill>
          <a:ln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🎙️ AI Multilingual Invoice Generator</a:t>
            </a:r>
          </a:p>
          <a:p>
            <a:pPr>
              <a:defRPr sz="900" b="1">
                <a:solidFill>
                  <a:srgbClr val="6366F1"/>
                </a:solidFill>
              </a:defRPr>
            </a:pPr>
            <a:r>
              <a:t>Gemini 1.5 Flash + Indic Heuristics</a:t>
            </a:r>
          </a:p>
          <a:p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Understands unstructured natural language in 10+ regional Indian languages (Hindi, Bengali, Tamil, Telugu, Marathi, Hinglish).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Extracts Client Name, Line Items, Quantities, Unit Rates, and Due Dates automatically.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Real Example: 'প্রিয়ার অঙ্ক টিউশন ১০ টি ক্লাস ৫০০ টাকা' ➔ Extracted: Client Priya | 10 Classes @ ₹500/class | Total ₹5,000.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Zero-failure architecture with offline heuristic fallback parser.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70832" y="1463040"/>
            <a:ext cx="3401568" cy="4846320"/>
          </a:xfrm>
          <a:prstGeom prst="roundRect">
            <a:avLst/>
          </a:prstGeom>
          <a:solidFill>
            <a:srgbClr val="161E31"/>
          </a:solidFill>
          <a:ln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📄 High-Fidelity Client-Side PDF Engine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100% Native Indic Script Support</a:t>
            </a:r>
          </a:p>
          <a:p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2x Retina-scale client-side rendering with zero server render latency.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Full UTF-8 Unicode support for Bengali, Hindi, Tamil, Telugu scripts and ₹ currency symbol.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Instant 1-click professional branded PDF download with tax, discounts, and breakdown.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0144" y="1463040"/>
            <a:ext cx="3401568" cy="4846320"/>
          </a:xfrm>
          <a:prstGeom prst="roundRect">
            <a:avLst/>
          </a:prstGeom>
          <a:solidFill>
            <a:srgbClr val="161E31"/>
          </a:solidFill>
          <a:ln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🔐 Identity &amp; Security Sandbox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Google OAuth 2.0 + Instant Demo</a:t>
            </a:r>
          </a:p>
          <a:p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Native Google OAuth 2.0 popup with single-click account chooser on device.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Pre-seeded 1-click sandbox demo (demo@hackquire.com / demo123) for instant hackathon evaluation.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Encrypted JWT authentication and secured RESTful endpoints.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PROTOTYPE OVERVIEW (PART 2)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Payment Automation, UPI Reconciliation &amp; Notification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01568" cy="4846320"/>
          </a:xfrm>
          <a:prstGeom prst="roundRect">
            <a:avLst/>
          </a:prstGeom>
          <a:solidFill>
            <a:srgbClr val="161E31"/>
          </a:solidFill>
          <a:ln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⚡ 1-Click UPI Payment Reconciliation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Instant Transaction Matching</a:t>
            </a:r>
          </a:p>
          <a:p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Matches incoming UPI transaction IDs (GPay, PhonePe, Paytm) directly to pending invoices.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Auto-calculates remaining balances and auto-transitions status: Paid, Partial, or Overdue.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Manual dispute review &amp; unmatch tools for irregular amounts or mismatched payments.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70832" y="1463040"/>
            <a:ext cx="3401568" cy="4846320"/>
          </a:xfrm>
          <a:prstGeom prst="roundRect">
            <a:avLst/>
          </a:prstGeom>
          <a:solidFill>
            <a:srgbClr val="161E31"/>
          </a:solidFill>
          <a:ln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📲 Smart Due Reminders &amp; Nudges</a:t>
            </a:r>
          </a:p>
          <a:p>
            <a:pPr>
              <a:defRPr sz="900" b="1">
                <a:solidFill>
                  <a:srgbClr val="6366F1"/>
                </a:solidFill>
              </a:defRPr>
            </a:pPr>
            <a:r>
              <a:t>1-Click WhatsApp &amp; SMS Dispatch</a:t>
            </a:r>
          </a:p>
          <a:p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Real-time tracking of upcoming and overdue payment deadlines.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Generates polite, customized WhatsApp reminder messages with invoice number and amount due.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Built-in SMS dispatcher for instant mobile notifications without awkward phone calls.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0144" y="1463040"/>
            <a:ext cx="3401568" cy="4846320"/>
          </a:xfrm>
          <a:prstGeom prst="roundRect">
            <a:avLst/>
          </a:prstGeom>
          <a:solidFill>
            <a:srgbClr val="161E31"/>
          </a:solidFill>
          <a:ln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🌐 B2B Integrable Microservice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Exportable API Engine</a:t>
            </a:r>
          </a:p>
          <a:p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Exposed reusable endpoint POST /api/ai/invoice ready for plug-and-play marketplace integration.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Multilingual translation endpoints POST /api/ai/translate for third-party platforms.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Production deployed on Vercel Full-Stack Serverless with unified domain &amp; zero CORS issues.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MARKETPLACE TRANSACTIONS &amp; ECOSYSTEM VALUE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Tradable Asset Portfolio: What We Sold &amp; Bought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61E3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💰 ASSETS SOLD (Monetized Services)</a:t>
            </a:r>
          </a:p>
          <a:p/>
          <a:p>
            <a:pPr>
              <a:defRPr sz="1200" b="1">
                <a:solidFill>
                  <a:srgbClr val="F8FAFC"/>
                </a:solidFill>
              </a:defRPr>
            </a:pPr>
            <a:r>
              <a:t>✔ 1. AI Invoice Generator API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   [SOLD 2 TIMES]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Provided external teams with natural language invoice parsing microservice (POST /api/ai/invoice) to convert informal text into structured line items.</a:t>
            </a:r>
          </a:p>
          <a:p/>
          <a:p>
            <a:pPr>
              <a:defRPr sz="1200" b="1">
                <a:solidFill>
                  <a:srgbClr val="F8FAFC"/>
                </a:solidFill>
              </a:defRPr>
            </a:pPr>
            <a:r>
              <a:t>✔ 2. WhatsApp &amp; SMS Due Reminder Engine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   [SOLD 1 TIME]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Exported our automated payment reminder dispatcher for 1-click notification workflows and client payment alerts.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61E3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📥 ASSETS BOUGHT &amp; INTEGRATED</a:t>
            </a:r>
          </a:p>
          <a:p/>
          <a:p>
            <a:pPr>
              <a:defRPr sz="1100" b="1">
                <a:solidFill>
                  <a:srgbClr val="F8FAFC"/>
                </a:solidFill>
              </a:defRPr>
            </a:pPr>
            <a:r>
              <a:t>★ 1. OCR + ReCorrect Document Engine (SAHAYAK AI)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OCR &amp; field extraction for automated ID and paper receipt scanning.</a:t>
            </a:r>
          </a:p>
          <a:p/>
          <a:p>
            <a:pPr>
              <a:defRPr sz="1100" b="1">
                <a:solidFill>
                  <a:srgbClr val="F8FAFC"/>
                </a:solidFill>
              </a:defRPr>
            </a:pPr>
            <a:r>
              <a:t>★ 2. LedgerFlow Financial App (Next.js)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High-performance financial ledger UI architecture and font system.</a:t>
            </a:r>
          </a:p>
          <a:p/>
          <a:p>
            <a:pPr>
              <a:defRPr sz="1100" b="1">
                <a:solidFill>
                  <a:srgbClr val="F8FAFC"/>
                </a:solidFill>
              </a:defRPr>
            </a:pPr>
            <a:r>
              <a:t>★ 3. Vernacular / Regional-Language Wrapper (Module C)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Multi-language transliteration &amp; phonetic pronunciation layer for 10+ languages.</a:t>
            </a:r>
          </a:p>
          <a:p/>
          <a:p>
            <a:pPr>
              <a:defRPr sz="1100" b="1">
                <a:solidFill>
                  <a:srgbClr val="F8FAFC"/>
                </a:solidFill>
              </a:defRPr>
            </a:pPr>
            <a:r>
              <a:t>★ 4. Tech-Tide Energy Monitoring Engine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Slab-based billing calculations, anomaly detection, and alert simulator.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